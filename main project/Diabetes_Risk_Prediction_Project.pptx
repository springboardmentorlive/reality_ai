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62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3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7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8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8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6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77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44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1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1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62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3225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0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93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53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84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8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84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Diabetes Risk Prediction System Using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</a:t>
            </a:r>
            <a:r>
              <a:rPr lang="en-IN" dirty="0"/>
              <a:t>.</a:t>
            </a:r>
            <a:r>
              <a:rPr dirty="0"/>
              <a:t>Bhaskar</a:t>
            </a:r>
          </a:p>
          <a:p>
            <a:r>
              <a:rPr dirty="0"/>
              <a:t>MCA</a:t>
            </a:r>
          </a:p>
          <a:p>
            <a:r>
              <a:rPr dirty="0"/>
              <a:t>Healthcare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EA27C1-7CF5-5732-0561-4AE4D17B4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280" y="3677063"/>
            <a:ext cx="2771020" cy="27710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Diabetes cases increasing rapidly</a:t>
            </a:r>
          </a:p>
          <a:p>
            <a:r>
              <a:rPr dirty="0"/>
              <a:t> Traditional diagnosis is time-consuming</a:t>
            </a:r>
          </a:p>
          <a:p>
            <a:r>
              <a:rPr dirty="0"/>
              <a:t> No instant visual feedback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5DA7CA-0689-23EA-FC75-278FB556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008" y="3767181"/>
            <a:ext cx="3598102" cy="24690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Objectives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Predict diabetes risk</a:t>
            </a:r>
          </a:p>
          <a:p>
            <a:r>
              <a:rPr dirty="0"/>
              <a:t> Show confidence score</a:t>
            </a:r>
          </a:p>
          <a:p>
            <a:r>
              <a:rPr dirty="0"/>
              <a:t> Visualize health data</a:t>
            </a:r>
          </a:p>
          <a:p>
            <a:r>
              <a:rPr dirty="0"/>
              <a:t> Healthcare awareness</a:t>
            </a:r>
            <a:endParaRPr lang="en-IN" dirty="0"/>
          </a:p>
          <a:p>
            <a:r>
              <a:rPr lang="en-IN" dirty="0"/>
              <a:t>Educational use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97264-5228-EC56-55D4-0523DFBB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890" y="4439879"/>
            <a:ext cx="2743200" cy="1714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Proposed System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Web-based diabetes risk prediction system</a:t>
            </a:r>
          </a:p>
          <a:p>
            <a:r>
              <a:rPr lang="en-IN" dirty="0"/>
              <a:t>Instant results</a:t>
            </a:r>
          </a:p>
          <a:p>
            <a:r>
              <a:rPr lang="en-IN" dirty="0"/>
              <a:t>Graphical visualization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User → Input Data → Risk Calculation → Graphs → Result</a:t>
            </a:r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E7E2CD-D095-BB8E-970E-3771357F6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517" y="4673716"/>
            <a:ext cx="2545186" cy="1427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Technologies &amp;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</a:t>
            </a:r>
          </a:p>
          <a:p>
            <a:r>
              <a:rPr dirty="0"/>
              <a:t>Streamlit</a:t>
            </a:r>
          </a:p>
          <a:p>
            <a:r>
              <a:rPr dirty="0"/>
              <a:t>Pandas</a:t>
            </a:r>
          </a:p>
          <a:p>
            <a:r>
              <a:rPr dirty="0"/>
              <a:t>Visualization</a:t>
            </a:r>
            <a:endParaRPr lang="en-IN" dirty="0"/>
          </a:p>
          <a:p>
            <a:r>
              <a:rPr lang="en-IN" dirty="0"/>
              <a:t>User Input Module</a:t>
            </a:r>
            <a:endParaRPr dirty="0"/>
          </a:p>
          <a:p>
            <a:r>
              <a:rPr dirty="0"/>
              <a:t>Prediction Logic</a:t>
            </a:r>
            <a:endParaRPr lang="en-IN" dirty="0"/>
          </a:p>
          <a:p>
            <a:r>
              <a:rPr lang="en-IN" dirty="0"/>
              <a:t>Dashboard &amp; Graphs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ABD4B7-287E-63A0-3987-64015A038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538" y="4090224"/>
            <a:ext cx="4287144" cy="23150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Features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Risk level with confidence %</a:t>
            </a:r>
            <a:endParaRPr dirty="0"/>
          </a:p>
          <a:p>
            <a:r>
              <a:rPr dirty="0"/>
              <a:t> </a:t>
            </a:r>
            <a:r>
              <a:rPr lang="en-US" dirty="0"/>
              <a:t>Bar chart for health metrics</a:t>
            </a:r>
          </a:p>
          <a:p>
            <a:r>
              <a:rPr lang="en-US" dirty="0"/>
              <a:t>Line chart for risk contribution</a:t>
            </a:r>
            <a:endParaRPr dirty="0"/>
          </a:p>
          <a:p>
            <a:r>
              <a:rPr dirty="0"/>
              <a:t> Diet &amp; Prevention tips</a:t>
            </a:r>
            <a:endParaRPr lang="en-IN" dirty="0"/>
          </a:p>
          <a:p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7774F9-46B0-3EA2-9032-2E1DDC864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83" y="4150665"/>
            <a:ext cx="4068214" cy="2161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Advantages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u="sng" dirty="0"/>
              <a:t>Advantages:</a:t>
            </a:r>
          </a:p>
          <a:p>
            <a:r>
              <a:rPr dirty="0"/>
              <a:t> Easy</a:t>
            </a:r>
          </a:p>
          <a:p>
            <a:r>
              <a:rPr dirty="0"/>
              <a:t> Fast</a:t>
            </a:r>
          </a:p>
          <a:p>
            <a:r>
              <a:rPr dirty="0"/>
              <a:t> Low cost</a:t>
            </a:r>
          </a:p>
          <a:p>
            <a:endParaRPr dirty="0"/>
          </a:p>
          <a:p>
            <a:r>
              <a:rPr b="1" u="sng" dirty="0"/>
              <a:t>Future:</a:t>
            </a:r>
          </a:p>
          <a:p>
            <a:r>
              <a:rPr dirty="0"/>
              <a:t> ML Integration</a:t>
            </a:r>
          </a:p>
          <a:p>
            <a:r>
              <a:rPr dirty="0"/>
              <a:t> Mobile App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0FCF1A-DA1C-F115-477D-6BC4CBA9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373" y="4054711"/>
            <a:ext cx="3377927" cy="19000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AC24-12BE-0D89-F2C7-BF409F74A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19" y="1038738"/>
            <a:ext cx="7055380" cy="1400530"/>
          </a:xfrm>
        </p:spPr>
        <p:txBody>
          <a:bodyPr/>
          <a:lstStyle/>
          <a:p>
            <a:pPr algn="ctr"/>
            <a:r>
              <a:rPr lang="en-IN" sz="6000" b="1" dirty="0"/>
              <a:t>Thank You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21FBB5-94E6-CAFB-6846-F71837719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3" y="2843356"/>
            <a:ext cx="6213986" cy="31507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0567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171</TotalTime>
  <Words>136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Diabetes Risk Prediction System Using Streamlit</vt:lpstr>
      <vt:lpstr>Problem Statement</vt:lpstr>
      <vt:lpstr>Objectives &amp; Purpose</vt:lpstr>
      <vt:lpstr>Proposed System &amp; Workflow</vt:lpstr>
      <vt:lpstr>Technologies &amp; Modules</vt:lpstr>
      <vt:lpstr>Features &amp; Output</vt:lpstr>
      <vt:lpstr>Advantages &amp;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Velagaleti Bhaskar</cp:lastModifiedBy>
  <cp:revision>6</cp:revision>
  <dcterms:created xsi:type="dcterms:W3CDTF">2013-01-27T09:14:16Z</dcterms:created>
  <dcterms:modified xsi:type="dcterms:W3CDTF">2026-01-06T16:47:11Z</dcterms:modified>
  <cp:category/>
</cp:coreProperties>
</file>